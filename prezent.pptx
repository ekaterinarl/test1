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99B0F9-B7E9-9465-4D42-A444119B9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EFE441-390D-F987-6C52-6E4D97B42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51DE721-E70A-6251-938B-F5CBFCA78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433D-4978-463B-8E2F-B040E48104F0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9ED993-7579-5AE9-DFBC-348C0E24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B53B50-705B-7326-E3A2-F7BFECD88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9FFC-EB1D-4581-A91D-BFBFC3724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6684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968979-C7E6-B3DB-A2C2-8BC40E538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4C101E-A43C-97ED-9385-C6FAD2417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F29E14-E932-438C-8101-6C2AA3D57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433D-4978-463B-8E2F-B040E48104F0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84DF49-198A-FCFA-3EDB-D540488F7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81BD40-3764-1A9A-82BC-3460CAB08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9FFC-EB1D-4581-A91D-BFBFC3724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41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F5F04E-52C5-63F2-4EBE-F15637B1E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5876FD-AA6A-2FB2-E90F-CAD62A840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9EE421-2408-F56F-8884-397CFB783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433D-4978-463B-8E2F-B040E48104F0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52F480-4287-2143-974A-9472D5058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472348-4E15-7F02-E023-BE7B8A9D4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9FFC-EB1D-4581-A91D-BFBFC3724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57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CB68FF-E1C7-2CB8-4CA5-C5C9B1D7F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3C9B26-5529-067F-2E1D-73BCB50F79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8B5A85-E8FE-94E9-20F1-88077B000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7612BC-2583-A575-1C3B-458FFE27A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433D-4978-463B-8E2F-B040E48104F0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BD5594-3159-0BB9-9F74-4103133E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493D47F-AB91-FF06-77B0-919A571A5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9FFC-EB1D-4581-A91D-BFBFC3724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6859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EE83D-9800-880E-24D7-CEE2ED038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4555DC-A19F-935E-B702-57CDF48A6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DCC9DC2-4F6B-2F87-963B-E2B9D281D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97DE172-AE7E-574F-310B-4D5D901476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3F76B3D-647F-01FB-24C3-5FEF10E55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7E57F7C-E39D-F5AA-59A3-D5FF00548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433D-4978-463B-8E2F-B040E48104F0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0B7C1F7-70D1-F880-52DB-7F9D5A4E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4440E5-2F04-A87B-9EAF-13140F987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9FFC-EB1D-4581-A91D-BFBFC3724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9057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3031D1-2273-1584-295F-5CAE773FF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DC9B3CC-DD22-0259-87F5-A920F698E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433D-4978-463B-8E2F-B040E48104F0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8BD615-7C4D-6856-AA6E-532E6D176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CBE5953-6304-C7C8-B4E8-B1DA8B012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9FFC-EB1D-4581-A91D-BFBFC3724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6751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8BD217E-632F-12F7-6111-1FE1CCC1B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433D-4978-463B-8E2F-B040E48104F0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77224A-0CDC-BC66-ADC5-F2F276AD4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5314D3-05B0-48C3-33A7-3D3C3ACB3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9FFC-EB1D-4581-A91D-BFBFC3724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135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9EA3FE-A38B-2D97-7D96-87BBE3E1D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722C64-8EE1-2FEC-D537-6756C4126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3CA25DE-D949-95CA-B138-F6142178A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E9C36F2-9108-5B50-B556-0C4F928B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433D-4978-463B-8E2F-B040E48104F0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07E7DA-3F69-0D55-35A6-183B81E21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1EB35B-CBD5-4B20-DBC9-C84947DA7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9FFC-EB1D-4581-A91D-BFBFC3724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773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D4261-2EA4-16E0-92F2-97AC6B4EF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D3EB93A-1851-4982-6679-DEAE962F1B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DF55099-E19C-F595-1122-7F359AB90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E54FB3-2282-653B-A515-50936857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433D-4978-463B-8E2F-B040E48104F0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2E5F320-D560-AC90-7229-BCC59D6CA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974666C-CA01-CA1C-58B1-F9DCCD667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9FFC-EB1D-4581-A91D-BFBFC3724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3134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3447E8-3FCA-8F0C-CDF8-2033B0DAC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86D379-8DB8-0FB9-7992-04C553E11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433FC6-4ABC-468C-961D-B78C461BD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433D-4978-463B-8E2F-B040E48104F0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60039A-A6FE-FFD6-D9C8-EA3986429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EFA3EA-1286-2351-26A8-6EBE66CA3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9FFC-EB1D-4581-A91D-BFBFC3724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900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B9833E5-6FD6-CE5B-7785-4045AB0E0D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00129E5-9AA4-D3EF-D546-340E88009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9449E0D-0E05-35EE-C1BE-E8D0516EC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0433D-4978-463B-8E2F-B040E48104F0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429010-FDF7-AE40-00B1-D4DC8ADBA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CA7D8A9-1F29-6F28-CED2-927BC7F0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309FFC-EB1D-4581-A91D-BFBFC3724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9266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7917F-DBC0-FE5B-E75A-213FC8E1B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1D44AD-6CE7-53A9-E3E6-DD720B65F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A5F92E-DABD-1F86-B1F2-C349C08F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0433D-4978-463B-8E2F-B040E48104F0}" type="datetimeFigureOut">
              <a:rPr lang="ru-RU" smtClean="0"/>
              <a:t>01.10.2026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428B62-0C04-0DB7-8185-0FC77D909E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19E5BC-4CB4-026C-3213-5144071A1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309FFC-EB1D-4581-A91D-BFBFC37244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108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AC40BA-DE33-032B-1A4F-F73D005A18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привет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2AB70C1-998C-300F-ACD8-6A156B8A37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ghbdtn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28213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Широкоэкранный</PresentationFormat>
  <Paragraphs>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привет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ТОП-Преподаватель</dc:creator>
  <cp:lastModifiedBy>ТОП-Преподаватель</cp:lastModifiedBy>
  <cp:revision>1</cp:revision>
  <dcterms:created xsi:type="dcterms:W3CDTF">2026-10-01T16:42:20Z</dcterms:created>
  <dcterms:modified xsi:type="dcterms:W3CDTF">2026-10-01T16:42:49Z</dcterms:modified>
</cp:coreProperties>
</file>